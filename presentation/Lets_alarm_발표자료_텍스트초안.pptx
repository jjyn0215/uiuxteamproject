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(1) 프로그램 개요 및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5669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렛츠알람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Android 우선 실시간 동기화 알람 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05409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Android 기기에서 같은 알람 변경 상태를 공유하는 Flutter 알람 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877056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968496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프로그래밍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67712" y="3877056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6584" y="39684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26096" y="987552"/>
            <a:ext cx="3035808" cy="5074920"/>
          </a:xfrm>
          <a:prstGeom prst="roundRect">
            <a:avLst>
              <a:gd name="adj" fmla="val 2410"/>
            </a:avLst>
          </a:prstGeom>
          <a:solidFill>
            <a:srgbClr val="EEF5F0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3256" y="341528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앱 홈 화면 삽입 예정 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608576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79145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및 역할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5202936"/>
            <a:ext cx="53583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김준형  계획·디자인·기능 구현·테스트    양상현  자료조사·발표자료·테스트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정준호  코드 작성·기능 구현·테스트       김민준  UI/UX 기획·요구사항 정의·테스트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(1) 프로그램 개요 및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개요 및 개발 목표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기기마다 분리된 알람 상태를 Android 중심의 공유 흐름으로 연결합니다.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286000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2697480"/>
            <a:ext cx="4855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기기마다 알람 설정이 따로 관리되어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해제와 스누즈 상태를 함께 반영하기 어렵습니다.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21031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286000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56248" y="2697480"/>
            <a:ext cx="4855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Android 알람 기능을 먼저 완성하고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Firebase로 기기 간 변경 상태를 공유합니다.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3708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455371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구현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4965192"/>
            <a:ext cx="50840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Flutter Android 앱 / 로컬 알람 / Firebase 로그인·그룹 동기화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81928" y="4370832"/>
            <a:ext cx="53309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4553712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확장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83096" y="4965192"/>
            <a:ext cx="4928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/ Linux / Windows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8978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989320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Flutter (Dart)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21408" y="5897880"/>
            <a:ext cx="1078992" cy="320040"/>
          </a:xfrm>
          <a:prstGeom prst="roundRect">
            <a:avLst>
              <a:gd name="adj" fmla="val 2285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5989320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9272" y="58978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5989320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Kotlin (Android)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(3) 주요 기능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UI 기능 I. 알람 관리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자주 조작하는 목록과 편집 기능을 Android 화면에 집중했습니다.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205740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EEF5F0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6164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AlarmHomeScreen 캡처 삽입 예정 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205740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EEF5F0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36164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AlarmEditorSheet 캡처 삽입 예정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24544" y="2057400"/>
            <a:ext cx="2679192" cy="33375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5712" y="224028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표시할 라벨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25712" y="2651760"/>
            <a:ext cx="22768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알람 목록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활성화 토글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동기화 상태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이름과 시간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요일 반복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소리·진동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스누즈 설정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760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앱 화면 캡처로 조작 위치를 설명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(3) 주요 기능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UI 기능 II. 울림과 계정 동기화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기본 사용과 로그인 후 공유 동기화를 한 앱 안에서 지원합니다.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2103120"/>
            <a:ext cx="3703320" cy="3502152"/>
          </a:xfrm>
          <a:prstGeom prst="roundRect">
            <a:avLst>
              <a:gd name="adj" fmla="val 2089"/>
            </a:avLst>
          </a:prstGeom>
          <a:solidFill>
            <a:srgbClr val="EEF5F0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444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AlarmRingScreen 캡처 삽입 예정 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2103120"/>
            <a:ext cx="3703320" cy="3502152"/>
          </a:xfrm>
          <a:prstGeom prst="roundRect">
            <a:avLst>
              <a:gd name="adj" fmla="val 2089"/>
            </a:avLst>
          </a:prstGeom>
          <a:solidFill>
            <a:srgbClr val="EEF5F0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37444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로그인 및 그룹 화면 캡처 삽입 예정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67928" y="2103120"/>
            <a:ext cx="30540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9096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울림 화면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69096" y="2697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잠금화면 표시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Dismiss 종료 / Snooze 재알림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67928" y="3977640"/>
            <a:ext cx="3054096" cy="1627632"/>
          </a:xfrm>
          <a:prstGeom prst="roundRect">
            <a:avLst>
              <a:gd name="adj" fmla="val 4494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9096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계정과 그룹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69096" y="45720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로그아웃: 로컬 알람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+ 그룹: 공유 동기화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(2) 전체 구조도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Firebase 기반 동기화 알람 구조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FCM은 동기화 신호를 전달하고, 실제 정각 울림은 Android 로컬 예약이 담당합니다.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11036808" cy="2423160"/>
          </a:xfrm>
          <a:prstGeom prst="roundRect">
            <a:avLst>
              <a:gd name="adj" fmla="val 3019"/>
            </a:avLst>
          </a:prstGeom>
          <a:solidFill>
            <a:srgbClr val="EEF5F0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067812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FigJam 전체 시스템 구조도 삽입 예정 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4700016"/>
            <a:ext cx="11036808" cy="969264"/>
          </a:xfrm>
          <a:prstGeom prst="roundRect">
            <a:avLst>
              <a:gd name="adj" fmla="val 7547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8289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발표용 흐름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294376"/>
            <a:ext cx="10634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사용자  -&gt;  기기 A: Flutter Android 앱  -&gt;  Cloud Firestore  -&gt;  Cloud Functions  -&gt;  FCM  -&gt;  기기 B: Flutter Android 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18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A·B 내부: Android 로컬 알람 예약 / 정각 울림     |     Authentication: 로그인 사용자 식별     |     Firestore: 공유 알람 원본 데이터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(2) 전체 구조도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클래스 흐름. 알람 생성과 저장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방식은 로그인 상태에 따라 분기되지만, 로컬 예약 갱신은 공통으로 수행됩니다.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1993392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76272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입력에서 예약까지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87752"/>
            <a:ext cx="10616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사용자 -&gt; AlarmEditorSheet -&gt; AlarmListController -&gt; AlarmRepository -&gt; AlarmNotificationService -&gt; Android 로컬 알람 예약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3346704"/>
            <a:ext cx="532180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2958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로그아웃 / 로컬 모드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941064"/>
            <a:ext cx="49194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LocalDemoAlarmRepository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-&gt; SharedPreferences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4496" y="3346704"/>
            <a:ext cx="5340096" cy="1709928"/>
          </a:xfrm>
          <a:prstGeom prst="roundRect">
            <a:avLst>
              <a:gd name="adj" fmla="val 4278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3529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및 활성 그룹 모드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3941064"/>
            <a:ext cx="4937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FirebaseAlarmRepository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-&gt; Cloud Firestore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" y="5504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Repository가 저장 위치를 결정하고, 알림 서비스가 기기 예약을 갱신합니다.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(2) 전체 구조도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흐름 및 구현 진행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예약된 알람은 오프라인에서도 울릴 수 있지만 새 변경 반영에는 네트워크가 필요합니다.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947672"/>
            <a:ext cx="11027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130552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간 변경 동기화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2542032"/>
            <a:ext cx="1062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기기 A 알람 수정 -&gt; Firestore -&gt; Cloud Functions -&gt; FCM -&gt; 기기 B AlarmNotificationService -&gt; Android 로컬 예약 갱신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566928" y="3328416"/>
            <a:ext cx="11027664" cy="1170432"/>
          </a:xfrm>
          <a:prstGeom prst="roundRect">
            <a:avLst>
              <a:gd name="adj" fmla="val 6250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511296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알람 발생 이후 제어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3922776"/>
            <a:ext cx="1062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Android 예약 시간 도달 -&gt; AlarmRingScreen / 소리 / 진동 -&gt; Dismiss 종료 또는 Snooze 재예약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818888"/>
            <a:ext cx="11027664" cy="1078992"/>
          </a:xfrm>
          <a:prstGeom prst="roundRect">
            <a:avLst>
              <a:gd name="adj" fmla="val 6780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5001768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5413248"/>
            <a:ext cx="10625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반영: Android 기본 UI, 로컬 예약, 로그인/그룹 동기화 코드    |    실기기 확인 필요: 두 Android 기기 간 제어 동기화 안정성    |    향후 확장: Web/Linux/Windows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19456" cy="0"/>
          </a:xfrm>
          <a:prstGeom prst="line">
            <a:avLst/>
          </a:prstGeom>
          <a:noFill/>
          <a:ln w="38100">
            <a:solidFill>
              <a:srgbClr val="386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(2) 전체 구조도 설명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Let's alarm | UI/UX 프로그래밍 6조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구조와 보안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데이터 접근은 그룹 멤버로 제한하고, 변경 전달은 등록된 기기만 대상으로 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1901952"/>
            <a:ext cx="4882896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6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Firestore 핵심 구조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44805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users/{uid}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groups/{groupId}/members/{uid}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groups/{groupId}/alarms/{alarmId}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groups/{groupId}/devices/{deviceId}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groups/{groupId}/commands/{commandId}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35B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groupSecrets/{groupId}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42432" y="1901952"/>
            <a:ext cx="5870448" cy="1417320"/>
          </a:xfrm>
          <a:prstGeom prst="roundRect">
            <a:avLst>
              <a:gd name="adj" fmla="val 5161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08483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원칙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496312"/>
            <a:ext cx="5468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멤버만 그룹 데이터 접근  /  초대 코드는 해시 저장  /  FCM 토큰은 등록 기기 문서에서 관리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16168" y="3758184"/>
            <a:ext cx="292608" cy="265176"/>
          </a:xfrm>
          <a:prstGeom prst="roundRect">
            <a:avLst>
              <a:gd name="adj" fmla="val 13793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6168" y="38267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27648" y="3739896"/>
            <a:ext cx="5001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Authentication   로그인 사용자 식별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16168" y="4288536"/>
            <a:ext cx="292608" cy="265176"/>
          </a:xfrm>
          <a:prstGeom prst="roundRect">
            <a:avLst>
              <a:gd name="adj" fmla="val 13793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16168" y="435711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27648" y="4270248"/>
            <a:ext cx="5001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Firestore Rules   그룹 멤버만 공유 알람 접근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16168" y="4818888"/>
            <a:ext cx="292608" cy="265176"/>
          </a:xfrm>
          <a:prstGeom prst="roundRect">
            <a:avLst>
              <a:gd name="adj" fmla="val 13793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488746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69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7648" y="4800600"/>
            <a:ext cx="5001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4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Functions / FCM   변경 내용을 Android 기기로 전달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UI/UX 프로그래밍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alarm (렛츠알람)</dc:title>
  <dc:subject>Android 우선 실시간 동기화 알람 앱 발표</dc:subject>
  <dc:creator>6조</dc:creator>
  <cp:lastModifiedBy>6조</cp:lastModifiedBy>
  <cp:revision>1</cp:revision>
  <dcterms:created xsi:type="dcterms:W3CDTF">2026-05-26T15:07:53Z</dcterms:created>
  <dcterms:modified xsi:type="dcterms:W3CDTF">2026-05-26T15:07:53Z</dcterms:modified>
</cp:coreProperties>
</file>