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3504" y="11338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5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Android first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" y="158191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Let's alarm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621792" y="2441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6948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렛츠알람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12648" y="3145536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여러 Android 기기의 알람 변경 상태를 공유하는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기반 실시간 동기화 알람 앱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21792" y="406908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Firebase로 변경 내용을 연결하고, 실제 정각 울림은 각 기기의 로컬 예약이 담당합니다.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2648" y="4846320"/>
            <a:ext cx="1252728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" y="4905756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/ Dart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975104" y="4846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84832" y="490575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108960" y="4846320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18688" y="490575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Android / Kotlin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21792" y="5632704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김준형  계획·디자인·기능 구현·테스트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721608" y="5632704"/>
            <a:ext cx="277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양상현  자료조사·발표자료·테스트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21792" y="5916168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정준호  코드 작성·기능 구현·테스트     김민준  UI/UX 기획·요구사항 정의·테스트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567928" y="1033272"/>
            <a:ext cx="2423160" cy="512064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12700">
            <a:solidFill>
              <a:srgbClr val="D3E0D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50224" y="1124712"/>
            <a:ext cx="2258568" cy="4937760"/>
          </a:xfrm>
          <a:prstGeom prst="roundRect">
            <a:avLst>
              <a:gd name="adj" fmla="val 5263"/>
            </a:avLst>
          </a:prstGeom>
          <a:solidFill>
            <a:srgbClr val="F7FAF4"/>
          </a:solidFill>
          <a:ln w="12700">
            <a:solidFill>
              <a:srgbClr val="F7FA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550908" y="1188720"/>
            <a:ext cx="457200" cy="73152"/>
          </a:xfrm>
          <a:prstGeom prst="roundRect">
            <a:avLst>
              <a:gd name="adj" fmla="val 37500"/>
            </a:avLst>
          </a:prstGeom>
          <a:solidFill>
            <a:srgbClr val="D2DDD5"/>
          </a:solidFill>
          <a:ln w="12700">
            <a:solidFill>
              <a:srgbClr val="D2DDD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33104" y="1563624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07:30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833104" y="1911096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평일 아침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769096" y="2340864"/>
            <a:ext cx="2020824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897112" y="2478024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06:40  기상 알람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0378440" y="2532888"/>
            <a:ext cx="265176" cy="109728"/>
          </a:xfrm>
          <a:prstGeom prst="roundRect">
            <a:avLst>
              <a:gd name="adj" fmla="val 41667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69096" y="3072384"/>
            <a:ext cx="2020824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3209544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07:30  회의 준비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378440" y="3264408"/>
            <a:ext cx="265176" cy="109728"/>
          </a:xfrm>
          <a:prstGeom prst="roundRect">
            <a:avLst>
              <a:gd name="adj" fmla="val 41667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396728" y="5394960"/>
            <a:ext cx="338328" cy="338328"/>
          </a:xfrm>
          <a:prstGeom prst="ellipse">
            <a:avLst>
              <a:gd name="adj" fmla="val 2162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396728" y="5468112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769096" y="57881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실제 화면 교체 영역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00100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86948"/>
                </a:solidFill>
                <a:latin typeface="KIMM_Light" pitchFamily="34" charset="0"/>
                <a:ea typeface="KIMM_Light" pitchFamily="34" charset="-122"/>
                <a:cs typeface="KIMM_Light" pitchFamily="34" charset="-120"/>
              </a:rPr>
              <a:t>01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8028432" y="1609344"/>
            <a:ext cx="384048" cy="0"/>
          </a:xfrm>
          <a:prstGeom prst="line">
            <a:avLst/>
          </a:prstGeom>
          <a:noFill/>
          <a:ln w="17780">
            <a:solidFill>
              <a:srgbClr val="38694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 FUNCTION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주요 UI 기능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12648" y="15544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알람 관리부터 울림 제어와 동기화 상태까지, 조작 중심으로 설계했습니다.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13055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01  ALARM LIST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58368" y="2468880"/>
            <a:ext cx="2011680" cy="3255264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3E0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0664" y="2560320"/>
            <a:ext cx="1847088" cy="3072384"/>
          </a:xfrm>
          <a:prstGeom prst="roundRect">
            <a:avLst>
              <a:gd name="adj" fmla="val 6436"/>
            </a:avLst>
          </a:prstGeom>
          <a:solidFill>
            <a:srgbClr val="F7FAF4"/>
          </a:solidFill>
          <a:ln w="12700">
            <a:solidFill>
              <a:srgbClr val="F7FA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35608" y="2624328"/>
            <a:ext cx="457200" cy="73152"/>
          </a:xfrm>
          <a:prstGeom prst="roundRect">
            <a:avLst>
              <a:gd name="adj" fmla="val 37500"/>
            </a:avLst>
          </a:prstGeom>
          <a:solidFill>
            <a:srgbClr val="D2DDD5"/>
          </a:solidFill>
          <a:ln w="12700">
            <a:solidFill>
              <a:srgbClr val="D2DD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3544" y="2999232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07:30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23544" y="334670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평일 아침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59536" y="3776472"/>
            <a:ext cx="1609344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391363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06:40  기상 알람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057400" y="3968496"/>
            <a:ext cx="265176" cy="109728"/>
          </a:xfrm>
          <a:prstGeom prst="roundRect">
            <a:avLst>
              <a:gd name="adj" fmla="val 41667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9536" y="4507992"/>
            <a:ext cx="1609344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464515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07:30  회의 준비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057400" y="4700016"/>
            <a:ext cx="265176" cy="109728"/>
          </a:xfrm>
          <a:prstGeom prst="roundRect">
            <a:avLst>
              <a:gd name="adj" fmla="val 41667"/>
            </a:avLst>
          </a:prstGeom>
          <a:solidFill>
            <a:srgbClr val="B9EFC5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075688" y="4965192"/>
            <a:ext cx="338328" cy="338328"/>
          </a:xfrm>
          <a:prstGeom prst="ellipse">
            <a:avLst>
              <a:gd name="adj" fmla="val 2162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75688" y="5038344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59536" y="535838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실제 화면 교체 영역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58368" y="5934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AlarmHomeScreen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026664" y="213055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02  EDIT &amp; RING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999232" y="2468880"/>
            <a:ext cx="2011680" cy="3255264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18688" y="277977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알람 편집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218688" y="316382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6948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07 : 30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3218688" y="3813048"/>
            <a:ext cx="265176" cy="292608"/>
          </a:xfrm>
          <a:prstGeom prst="roundRect">
            <a:avLst>
              <a:gd name="adj" fmla="val 27586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28416" y="3872484"/>
            <a:ext cx="45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월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538728" y="3813048"/>
            <a:ext cx="265176" cy="292608"/>
          </a:xfrm>
          <a:prstGeom prst="roundRect">
            <a:avLst>
              <a:gd name="adj" fmla="val 27586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48456" y="3872484"/>
            <a:ext cx="45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화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858768" y="3813048"/>
            <a:ext cx="265176" cy="292608"/>
          </a:xfrm>
          <a:prstGeom prst="roundRect">
            <a:avLst>
              <a:gd name="adj" fmla="val 27586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968496" y="3872484"/>
            <a:ext cx="45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수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178808" y="3813048"/>
            <a:ext cx="265176" cy="292608"/>
          </a:xfrm>
          <a:prstGeom prst="roundRect">
            <a:avLst>
              <a:gd name="adj" fmla="val 27586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88536" y="3872484"/>
            <a:ext cx="45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목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18688" y="4315968"/>
            <a:ext cx="1591056" cy="0"/>
          </a:xfrm>
          <a:prstGeom prst="line">
            <a:avLst>
              <a:gd name="adj" fmla="val Infinity"/>
            </a:avLst>
          </a:prstGeom>
          <a:solidFill>
            <a:srgbClr val="DAE6DD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18688" y="453542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소리      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3218688" y="487375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다시 알림   5분 / 2회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3218688" y="5239512"/>
            <a:ext cx="1572768" cy="237744"/>
          </a:xfrm>
          <a:prstGeom prst="roundRect">
            <a:avLst>
              <a:gd name="adj" fmla="val 23077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218688" y="5289804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저장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2999232" y="5934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AlarmEditorSheet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650992" y="213055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FUNCTION FLOW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5632704" y="2487168"/>
            <a:ext cx="55961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3872" y="2633472"/>
            <a:ext cx="310896" cy="310896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6309360" y="260604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알람 관리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7845552" y="26243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생성 · 수정 · 활성화 토글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5632704" y="3310128"/>
            <a:ext cx="55961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33872" y="3456432"/>
            <a:ext cx="310896" cy="310896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6309360" y="342900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세부 설정</a:t>
            </a:r>
            <a:endParaRPr lang="en-US" sz="1100" dirty="0"/>
          </a:p>
        </p:txBody>
      </p:sp>
      <p:sp>
        <p:nvSpPr>
          <p:cNvPr id="53" name="Text 48"/>
          <p:cNvSpPr/>
          <p:nvPr/>
        </p:nvSpPr>
        <p:spPr>
          <a:xfrm>
            <a:off x="7845552" y="344728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요일 · 소리 · 진동 · 스누즈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5632704" y="4133088"/>
            <a:ext cx="55961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3872" y="4279392"/>
            <a:ext cx="310896" cy="310896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6309360" y="42519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울림 제어</a:t>
            </a:r>
            <a:endParaRPr lang="en-US" sz="1100" dirty="0"/>
          </a:p>
        </p:txBody>
      </p:sp>
      <p:sp>
        <p:nvSpPr>
          <p:cNvPr id="57" name="Text 51"/>
          <p:cNvSpPr/>
          <p:nvPr/>
        </p:nvSpPr>
        <p:spPr>
          <a:xfrm>
            <a:off x="7845552" y="427024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Dismiss / Snooze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5632704" y="4956048"/>
            <a:ext cx="5596128" cy="658368"/>
          </a:xfrm>
          <a:prstGeom prst="roundRect">
            <a:avLst>
              <a:gd name="adj" fmla="val 11111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33872" y="5102352"/>
            <a:ext cx="310896" cy="310896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6309360" y="50749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그룹 동기화</a:t>
            </a:r>
            <a:endParaRPr lang="en-US" sz="1100" dirty="0"/>
          </a:p>
        </p:txBody>
      </p:sp>
      <p:sp>
        <p:nvSpPr>
          <p:cNvPr id="61" name="Text 54"/>
          <p:cNvSpPr/>
          <p:nvPr/>
        </p:nvSpPr>
        <p:spPr>
          <a:xfrm>
            <a:off x="7845552" y="509320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로그인 후 공유 알람 반영</a:t>
            </a:r>
            <a:endParaRPr lang="en-US" sz="900" dirty="0"/>
          </a:p>
        </p:txBody>
      </p:sp>
      <p:sp>
        <p:nvSpPr>
          <p:cNvPr id="62" name="Text 55"/>
          <p:cNvSpPr/>
          <p:nvPr/>
        </p:nvSpPr>
        <p:spPr>
          <a:xfrm>
            <a:off x="5669280" y="592531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실제 앱 캡처로 교체하여 최종 발표 화면 완성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3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B9EFC5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4F0E6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52776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E4F0E6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EFC5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" y="9966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Firebase 기반 동기화 알람 구조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12648" y="15544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9D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기기 간에는 변경 상태를 전달하고, 정각 울림은 각 Android 기기가 수행합니다.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4360" y="2240280"/>
            <a:ext cx="2121408" cy="2834640"/>
          </a:xfrm>
          <a:prstGeom prst="roundRect">
            <a:avLst>
              <a:gd name="adj" fmla="val 4310"/>
            </a:avLst>
          </a:prstGeom>
          <a:solidFill>
            <a:srgbClr val="214537"/>
          </a:solidFill>
          <a:ln w="12700">
            <a:solidFill>
              <a:srgbClr val="52776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" y="24597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5" kern="0" dirty="0">
                <a:solidFill>
                  <a:srgbClr val="B9EFC5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DEVICE 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804672" y="2871216"/>
            <a:ext cx="1709928" cy="749808"/>
          </a:xfrm>
          <a:prstGeom prst="roundRect">
            <a:avLst>
              <a:gd name="adj" fmla="val 9756"/>
            </a:avLst>
          </a:prstGeom>
          <a:solidFill>
            <a:srgbClr val="F7FAF4"/>
          </a:solidFill>
          <a:ln w="12700">
            <a:solidFill>
              <a:srgbClr val="F7FAF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976" y="304495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3026664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Android 앱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325880" y="3291840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알람 생성 / 수정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804672" y="3931920"/>
            <a:ext cx="1709928" cy="749808"/>
          </a:xfrm>
          <a:prstGeom prst="roundRect">
            <a:avLst>
              <a:gd name="adj" fmla="val 9756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0976" y="4105656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408736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로컬 알람 예약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1325880" y="4352544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정각 울림 담당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3273552" y="2057400"/>
            <a:ext cx="5623560" cy="3200400"/>
          </a:xfrm>
          <a:prstGeom prst="roundRect">
            <a:avLst>
              <a:gd name="adj" fmla="val 2857"/>
            </a:avLst>
          </a:prstGeom>
          <a:solidFill>
            <a:srgbClr val="F7FAF4"/>
          </a:solidFill>
          <a:ln w="12700">
            <a:solidFill>
              <a:srgbClr val="F7FAF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529584" y="22860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5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 CLOUD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3557016" y="2770632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03320" y="2944368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078224" y="2926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4078224" y="31912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사용자 식별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4901184" y="2770632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FFF3CD"/>
          </a:solidFill>
          <a:ln w="12700">
            <a:solidFill>
              <a:srgbClr val="F0BE53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065776" y="2926080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Cloud Firestore</a:t>
            </a:r>
            <a:endParaRPr lang="en-US" sz="830" dirty="0"/>
          </a:p>
        </p:txBody>
      </p:sp>
      <p:sp>
        <p:nvSpPr>
          <p:cNvPr id="28" name="Text 22"/>
          <p:cNvSpPr/>
          <p:nvPr/>
        </p:nvSpPr>
        <p:spPr>
          <a:xfrm>
            <a:off x="5065776" y="31912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공유 원본 저장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6281928" y="2770632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FFF3CD"/>
          </a:solidFill>
          <a:ln w="12700">
            <a:solidFill>
              <a:srgbClr val="F0BE53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446520" y="2926080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Cloud Functions</a:t>
            </a:r>
            <a:endParaRPr lang="en-US" sz="830" dirty="0"/>
          </a:p>
        </p:txBody>
      </p:sp>
      <p:sp>
        <p:nvSpPr>
          <p:cNvPr id="31" name="Text 25"/>
          <p:cNvSpPr/>
          <p:nvPr/>
        </p:nvSpPr>
        <p:spPr>
          <a:xfrm>
            <a:off x="6446520" y="31912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변경 감지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7671816" y="2770632"/>
            <a:ext cx="941832" cy="777240"/>
          </a:xfrm>
          <a:prstGeom prst="roundRect">
            <a:avLst>
              <a:gd name="adj" fmla="val 9412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18120" y="2944368"/>
            <a:ext cx="283464" cy="28346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193024" y="292608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FCM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193024" y="3191256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변경 전달</a:t>
            </a: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4974336" y="40050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1. 저장</a:t>
            </a:r>
            <a:endParaRPr lang="en-US" sz="750" dirty="0"/>
          </a:p>
        </p:txBody>
      </p:sp>
      <p:sp>
        <p:nvSpPr>
          <p:cNvPr id="37" name="Text 30"/>
          <p:cNvSpPr/>
          <p:nvPr/>
        </p:nvSpPr>
        <p:spPr>
          <a:xfrm>
            <a:off x="6391656" y="40050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2. 감지</a:t>
            </a:r>
            <a:endParaRPr lang="en-US" sz="750" dirty="0"/>
          </a:p>
        </p:txBody>
      </p:sp>
      <p:sp>
        <p:nvSpPr>
          <p:cNvPr id="38" name="Text 31"/>
          <p:cNvSpPr/>
          <p:nvPr/>
        </p:nvSpPr>
        <p:spPr>
          <a:xfrm>
            <a:off x="7744968" y="40050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3. 전달</a:t>
            </a:r>
            <a:endParaRPr lang="en-US" sz="750" dirty="0"/>
          </a:p>
        </p:txBody>
      </p:sp>
      <p:sp>
        <p:nvSpPr>
          <p:cNvPr id="39" name="Shape 32"/>
          <p:cNvSpPr/>
          <p:nvPr/>
        </p:nvSpPr>
        <p:spPr>
          <a:xfrm>
            <a:off x="3575304" y="4517136"/>
            <a:ext cx="4983480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3675888" y="4700016"/>
            <a:ext cx="4754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로그인 / 그룹 공유 알람 동기화 경로</a:t>
            </a:r>
            <a:endParaRPr lang="en-US" sz="820" dirty="0"/>
          </a:p>
        </p:txBody>
      </p:sp>
      <p:sp>
        <p:nvSpPr>
          <p:cNvPr id="41" name="Shape 34"/>
          <p:cNvSpPr/>
          <p:nvPr/>
        </p:nvSpPr>
        <p:spPr>
          <a:xfrm>
            <a:off x="9445752" y="2240280"/>
            <a:ext cx="2148840" cy="2834640"/>
          </a:xfrm>
          <a:prstGeom prst="roundRect">
            <a:avLst>
              <a:gd name="adj" fmla="val 4255"/>
            </a:avLst>
          </a:prstGeom>
          <a:solidFill>
            <a:srgbClr val="214537"/>
          </a:solidFill>
          <a:ln w="12700">
            <a:solidFill>
              <a:srgbClr val="527768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9665208" y="24597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5" kern="0" dirty="0">
                <a:solidFill>
                  <a:srgbClr val="B9EFC5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DEVICE B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9656064" y="2871216"/>
            <a:ext cx="1728216" cy="749808"/>
          </a:xfrm>
          <a:prstGeom prst="roundRect">
            <a:avLst>
              <a:gd name="adj" fmla="val 9756"/>
            </a:avLst>
          </a:prstGeom>
          <a:solidFill>
            <a:srgbClr val="F7FAF4"/>
          </a:solidFill>
          <a:ln w="12700">
            <a:solidFill>
              <a:srgbClr val="F7FAF4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02368" y="3044952"/>
            <a:ext cx="283464" cy="28346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0177272" y="3026664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Android 앱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10177272" y="329184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동기화 수신</a:t>
            </a:r>
            <a:endParaRPr lang="en-US" sz="750" dirty="0"/>
          </a:p>
        </p:txBody>
      </p:sp>
      <p:sp>
        <p:nvSpPr>
          <p:cNvPr id="47" name="Shape 39"/>
          <p:cNvSpPr/>
          <p:nvPr/>
        </p:nvSpPr>
        <p:spPr>
          <a:xfrm>
            <a:off x="9656064" y="3931920"/>
            <a:ext cx="1728216" cy="749808"/>
          </a:xfrm>
          <a:prstGeom prst="roundRect">
            <a:avLst>
              <a:gd name="adj" fmla="val 9756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02368" y="4105656"/>
            <a:ext cx="283464" cy="283464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0177272" y="408736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로컬 예약 갱신</a:t>
            </a:r>
            <a:endParaRPr lang="en-US" sz="950" dirty="0"/>
          </a:p>
        </p:txBody>
      </p:sp>
      <p:sp>
        <p:nvSpPr>
          <p:cNvPr id="50" name="Text 41"/>
          <p:cNvSpPr/>
          <p:nvPr/>
        </p:nvSpPr>
        <p:spPr>
          <a:xfrm>
            <a:off x="10177272" y="4352544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정각 울림 담당</a:t>
            </a:r>
            <a:endParaRPr lang="en-US" sz="750" dirty="0"/>
          </a:p>
        </p:txBody>
      </p:sp>
      <p:sp>
        <p:nvSpPr>
          <p:cNvPr id="51" name="Shape 42"/>
          <p:cNvSpPr/>
          <p:nvPr/>
        </p:nvSpPr>
        <p:spPr>
          <a:xfrm>
            <a:off x="2770632" y="3191256"/>
            <a:ext cx="393192" cy="146304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2697480" y="2944368"/>
            <a:ext cx="539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알람 저장</a:t>
            </a:r>
            <a:endParaRPr lang="en-US" sz="720" dirty="0"/>
          </a:p>
        </p:txBody>
      </p:sp>
      <p:sp>
        <p:nvSpPr>
          <p:cNvPr id="53" name="Shape 44"/>
          <p:cNvSpPr/>
          <p:nvPr/>
        </p:nvSpPr>
        <p:spPr>
          <a:xfrm>
            <a:off x="8961120" y="3191256"/>
            <a:ext cx="384048" cy="146304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8887968" y="29443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동기화 신호</a:t>
            </a:r>
            <a:endParaRPr lang="en-US" sz="720" dirty="0"/>
          </a:p>
        </p:txBody>
      </p:sp>
      <p:sp>
        <p:nvSpPr>
          <p:cNvPr id="55" name="Shape 46"/>
          <p:cNvSpPr/>
          <p:nvPr/>
        </p:nvSpPr>
        <p:spPr>
          <a:xfrm>
            <a:off x="603504" y="5596128"/>
            <a:ext cx="10991088" cy="512064"/>
          </a:xfrm>
          <a:prstGeom prst="roundRect">
            <a:avLst>
              <a:gd name="adj" fmla="val 10714"/>
            </a:avLst>
          </a:prstGeom>
          <a:solidFill>
            <a:srgbClr val="335C4E"/>
          </a:solidFill>
          <a:ln w="12700">
            <a:solidFill>
              <a:srgbClr val="335C4E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850392" y="5742432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FCM은 동기화 신호를 전달하고, 실제 알람 울림은 Android 로컬 예약이 담당합니다.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KIMM_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2Z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UI/UX 프로그래밍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Let's alarm - visual sample</dc:title>
  <dc:subject>Let's alarm 발표자료 시각 시안</dc:subject>
  <dc:creator>6조</dc:creator>
  <cp:lastModifiedBy>6조</cp:lastModifiedBy>
  <cp:revision>1</cp:revision>
  <dcterms:created xsi:type="dcterms:W3CDTF">2026-05-26T15:57:53Z</dcterms:created>
  <dcterms:modified xsi:type="dcterms:W3CDTF">2026-05-26T15:57:53Z</dcterms:modified>
</cp:coreProperties>
</file>